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What's New in Microsoft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CCCCC"/>
                </a:solidFill>
                <a:latin typeface="Segoe UI"/>
              </a:defRPr>
            </a:pPr>
            <a:r>
              <a:t>Microsoft Foundry, Azure OpenAI Service &amp; Related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78D4"/>
                </a:solidFill>
                <a:latin typeface="Segoe UI"/>
              </a:defRPr>
            </a:pPr>
            <a:r>
              <a:t>February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Sources: Azure Blog, Microsoft Learn, Microsoft Tech Community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New Models in Microsoft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40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AI Infrastructure &amp;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Azure Data Services for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29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Agentic AI &amp;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Foundry Blog Highlights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Model Deprecations &amp; Retirements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Key February 2026 Quick-Reference 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Anthropic Claude Models in Microsoft Foundry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Claude Opus 4.6 (Feb 5,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Most powerful Claude model for coding, agents &amp; enterprise workflows. Delegates complex tasks end-to-end with autonomous production execution.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Claude Sonnet 4.6 (Feb 17,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Frontier performance across coding, agents &amp; professional work at scale. Complements Opus for teams needing a balance of performance and throughput.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Why It Matters</a:t>
            </a:r>
            <a:r>
              <a:rPr sz="1400" b="0">
                <a:solidFill>
                  <a:srgbClr val="FFFFFF"/>
                </a:solidFill>
                <a:latin typeface="Segoe UI"/>
              </a:rPr>
              <a:t>
• Broadens the model catalog in Microsoft Foundry beyond OpenAI
• Enterprise-grade security, compliance &amp; governance through Foundry Control Plane
• Enables customers to choose the best model per workload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AI Infrastructure &amp;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High-Temperature Superconductors (Feb 10,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Microsoft is exploring superconductor technology to transform datacenter power infrastructure, addressing rising demands from AI-intensive workloads.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Azure Data Services for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PostgreSQL on Azure – Supercharged for AI (Feb 2,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• GitHub Copilot integration for SQL in VS Code
• Invoke LLMs via SQL through Microsoft Foundry integration
• DiskANN vector indexing for high-performance similarity search
• MCP server connecting PostgreSQL → Foundry Agent Framework
• Zero-ETL mirroring to Microsoft Fabric
• PostgreSQL 18 GA, new V6 compute SKUs, Elastic Clusters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Azure HorizonDB (Private Preview)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PostgreSQL-compatible service built for AI-native workloads. Scale-out compute, sub-millisecond latency, built-in AI features.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Agentic AI &amp;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Agentic Cloud Operations (Feb 11,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New paradigm where AI agents assist with cloud operations – monitoring, incident response &amp; management tasks powered by the Foundry platform.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Pantone – Agentic AI Case Study (Feb 12,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Pantone launched an AI-powered experience combining an AI-ready database with agentic workflows, iterating rapidly on real user feedback.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Agents League Community Challenge (Feb 16–27, 2026)</a:t>
            </a:r>
            <a:r>
              <a:rPr sz="1400" b="0">
                <a:solidFill>
                  <a:srgbClr val="FFFFFF"/>
                </a:solidFill>
                <a:latin typeface="Segoe UI"/>
              </a:rPr>
              <a:t>
Developer challenge: build agents, compete live, win prizes. Part of Microsoft’s push to grow the agentic AI developer ecosystem.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Foundry Blog Highlights (Feb 2026)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Microsoft Agent Framework – Release Candidate (Feb 19)</a:t>
            </a:r>
            <a:r>
              <a:rPr sz="1400" b="0">
                <a:solidFill>
                  <a:srgbClr val="FFFFFF"/>
                </a:solidFill>
                <a:latin typeface="Segoe UI"/>
              </a:rPr>
              <a:t>
Successor to Semantic Kernel &amp; AutoGen. Stable API for v1.0 in .NET &amp; Python. Graph-based workflows, multi-provider support (Foundry, OpenAI, Claude, Bedrock, Ollama), A2A / AG-UI / MCP interoperability.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What’s New in Foundry | Dec 2025 &amp; Jan 2026 (Feb 18)</a:t>
            </a:r>
            <a:r>
              <a:rPr sz="1400" b="0">
                <a:solidFill>
                  <a:srgbClr val="FFFFFF"/>
                </a:solidFill>
                <a:latin typeface="Segoe UI"/>
              </a:rPr>
              <a:t>
Comprehensive roundup: GPT-5.2 GA, Codex Max GA, Mistral Large 3, DeepSeek V3.2, Kimi-K2 Thinking, Cohere Rerank 4, GPT-image-1.5 GA, FLUX.2 [pro], Memory in Agent Service, A2A Tool, Computer Use, Foundry MCP Server, azure-ai-projects v2 beta.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DPO Fine-Tuning Using Foundry SDK (Feb 13)</a:t>
            </a:r>
            <a:r>
              <a:rPr sz="1400" b="0">
                <a:solidFill>
                  <a:srgbClr val="FFFFFF"/>
                </a:solidFill>
                <a:latin typeface="Segoe UI"/>
              </a:rPr>
              <a:t>
Guide to Direct Preference Optimization – learn from human preference pairs to align model behaviour without a separate reward model.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Beyond the Prompt – Why &amp; How to Fine-tune (Feb 6)</a:t>
            </a:r>
            <a:r>
              <a:rPr sz="1400" b="0">
                <a:solidFill>
                  <a:srgbClr val="FFFFFF"/>
                </a:solidFill>
                <a:latin typeface="Segoe UI"/>
              </a:rPr>
              <a:t>
When prompt engineering &amp; RAG aren’t enough: fine-tuning for consistent, policy-compliant outputs at enterprise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Model Deprecations &amp; Retirements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926080"/>
                <a:gridCol w="2560320"/>
              </a:tblGrid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Retirement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Auto-Upgrade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Upgrade Path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gpt-5-chat (preview)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Mar 1, 2026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gpt-5.2-chat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gpt-4o Standard (all GA)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Mar 31, 2026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Starts Mar 9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gpt-5.1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gpt-4o-mini Standard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Mar 31, 2026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Starts Mar 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gpt-4.1-mini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o1-pro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Sep 18, 2026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o3-pro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gpt-4.1 family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Oct 14, 2026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 / gpt-5-mini / gpt-5-nano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o3 / o4-mini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Oct 16, 2026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TBD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A500"/>
                </a:solidFill>
                <a:latin typeface="Segoe UI"/>
              </a:defRPr>
            </a:pPr>
            <a:r>
              <a:t>⚠ Auto-upgrades for gpt-4o Standard begin Mar 9, 2026. Review your deployments &amp; test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Retirement Action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Immediate: Migrate gpt-5-chat Previews</a:t>
            </a:r>
            <a:r>
              <a:rPr sz="1400" b="0">
                <a:solidFill>
                  <a:srgbClr val="FFFFFF"/>
                </a:solidFill>
                <a:latin typeface="Segoe UI"/>
              </a:rPr>
              <a:t>
gpt-5-chat preview retires Mar 1, 2026. Switch to gpt-5.2-chat now.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By Mar 9: Test gpt-4o &amp; gpt-4o-mini Workloads</a:t>
            </a:r>
            <a:r>
              <a:rPr sz="1400" b="0">
                <a:solidFill>
                  <a:srgbClr val="FFFFFF"/>
                </a:solidFill>
                <a:latin typeface="Segoe UI"/>
              </a:rPr>
              <a:t>
Auto-upgrades begin this date. Validate application behaviour on the latest GA models.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By Mar 31: Complete Standard Migrations</a:t>
            </a:r>
            <a:r>
              <a:rPr sz="1400" b="0">
                <a:solidFill>
                  <a:srgbClr val="FFFFFF"/>
                </a:solidFill>
                <a:latin typeface="Segoe UI"/>
              </a:rPr>
              <a:t>
All Standard gpt-4o / gpt-4o-mini deployments must be migrated or tested.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Migrate Fine-Tuned Models</a:t>
            </a:r>
            <a:r>
              <a:rPr sz="1400" b="0">
                <a:solidFill>
                  <a:srgbClr val="FFFFFF"/>
                </a:solidFill>
                <a:latin typeface="Segoe UI"/>
              </a:rPr>
              <a:t>
Fine-tuned deployments on retired bases are NOT auto-upgraded. Re-train on a supported base model before the retirement date.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Segoe UI"/>
              </a:rPr>
              <a:t>Monitor the Retirements Page</a:t>
            </a:r>
            <a:r>
              <a:rPr sz="1400" b="0">
                <a:solidFill>
                  <a:srgbClr val="FFFFFF"/>
                </a:solidFill>
                <a:latin typeface="Segoe UI"/>
              </a:rPr>
              <a:t>
Bookmark learn.microsoft.com/azure/ai-foundry/openai/concepts/model-retirements.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Key February 2026 Updates – Quick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457200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Highlight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Model Release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Frontier performance for coding &amp; agents at scale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17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Claude Opus 4.6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Model Release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End-to-end autonomous task execution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5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PostgreSQL for AI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Data Service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DiskANN, MCP server, Copilot SQL, HorizonDB preview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High-Temp Superconductors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Infrastructure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Exploring superconductors for datacenter power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Agentic Cloud Ops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AI agents for cloud operations &amp; incident response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11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Pantone Case Study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Ecosystem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Agentic AI + AI-ready database in production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12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Agents League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Developer challenge for building AI agents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16–27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Agent Framework RC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Foundry Blog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Successor to SK &amp; AutoGen hits Release Candidate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19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Foundry What’s New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Foundry Blog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GPT-5.2, Codex Max, A2A, Memory, MCP roundup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18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DPO Fine-Tuning Guide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Foundry Blog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DPO walkthrough using Foundry SDK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13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Fine-Tuning Guide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Foundry Blog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When &amp; how to move beyond prompting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Segoe UI"/>
                        </a:rPr>
                        <a:t>Feb 6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Key Links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Microsoft Foundry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https://ai.azure.com/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Product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65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Dev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https://devblogs.microsoft.com/foundry/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OpenAI What’s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718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https://learn.microsoft.com/en-us/azure/ai-foundry/openai/whats-new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Model Retirements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https://learn.microsoft.com/en-us/azure/ai-foundry/openai/concepts/model-retirements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AI Blog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9776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https://azure.microsoft.com/en-us/blog/category/ai-machine-learning/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Tech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4805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https://techcommunity.microsoft.com/category/azure-ai-foundry/blog/azure-ai-foundry-blog/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Models Catalog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834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https://azure.microsoft.com/en-us/products/ai-foundry/models/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Foundry Agent 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86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https://azure.microsoft.com/en-us/products/ai-foundry/agent-service/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Azure Updates 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9893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https://azure.microsoft.com/en-us/updates/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Start Building with Microsoft Foundry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8D4"/>
                </a:solidFill>
                <a:latin typeface="Segoe UI"/>
              </a:defRPr>
            </a:pPr>
            <a:r>
              <a:t>https://ai.azure.com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Compiled from official Microsoft sources –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