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blogs.microsoft.com/foundry/whats-new-in-microsoft-foundry-mar-2026/" TargetMode="External"/><Relationship Id="rId3" Type="http://schemas.openxmlformats.org/officeDocument/2006/relationships/hyperlink" Target="https://techcommunity.microsoft.com/blog/azure-ai-foundry-blog/announcing-priority-processing-in-microsoft-foundry-for-performance-sensitive-ai/4504788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chcommunity.microsoft.com/blog/azure-ai-foundry-blog/introducing-gpt-5-4-in-microsoft-foundry/4499785" TargetMode="External"/><Relationship Id="rId3" Type="http://schemas.openxmlformats.org/officeDocument/2006/relationships/hyperlink" Target="https://techcommunity.microsoft.com/blog/azure-ai-foundry-blog/introducing-open-ai%E2%80%99s-gpt%E2%80%915-4-mini-in-microsoft-foundry/4500569" TargetMode="External"/><Relationship Id="rId4" Type="http://schemas.openxmlformats.org/officeDocument/2006/relationships/hyperlink" Target="https://devblogs.microsoft.com/foundry/whats-new-in-microsoft-foundry-mar-2026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blogs.microsoft.com/foundry/foundry-agent-service-ga/" TargetMode="External"/><Relationship Id="rId3" Type="http://schemas.openxmlformats.org/officeDocument/2006/relationships/hyperlink" Target="https://devblogs.microsoft.com/foundry/whats-new-in-microsoft-foundry-mar-2026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zure.microsoft.com/en-us/blog/introducing-fireworks-ai-on-microsoft-foundry-bringing-high-performance-low-latency-open-model-inference-to-azure/" TargetMode="External"/><Relationship Id="rId3" Type="http://schemas.openxmlformats.org/officeDocument/2006/relationships/hyperlink" Target="https://devblogs.microsoft.com/foundry/whats-new-in-microsoft-foundry-mar-2026/" TargetMode="External"/><Relationship Id="rId4" Type="http://schemas.openxmlformats.org/officeDocument/2006/relationships/hyperlink" Target="https://devblogs.microsoft.com/foundry/foundry-local-ga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foundry/openai/concepts/model-retirement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i.azur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What's New in Microsoft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CCCC"/>
                </a:solidFill>
                <a:latin typeface="Segoe UI"/>
              </a:rPr>
              <a:t>Microsoft Foundry, Azure OpenAI Service &amp; Related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78D4"/>
                </a:solidFill>
                <a:latin typeface="Segoe UI"/>
              </a:rPr>
              <a:t>March 1 - April 14,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Segoe UI"/>
              </a:rPr>
              <a:t>Sources: Microsoft Foundry Blog, Azure Blog, Microsoft Learn, Tech Community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Major Platform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  <a:hlinkClick r:id="rId2"/>
              </a:rPr>
              <a:t>What's New in Microsoft Foundry | March 2026 (Apr 9)</a:t>
            </a:r>
            <a:r>
              <a:rPr sz="1500">
                <a:solidFill>
                  <a:srgbClr val="FFFFFF"/>
                </a:solidFill>
                <a:latin typeface="Segoe UI"/>
              </a:rPr>
              <a:t>
Monthly roundup covering model releases, agent platform GA updates, safety and guardrails, platform operations, and SDK stabilization.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  <a:hlinkClick r:id="rId3"/>
              </a:rPr>
              <a:t>Priority Processing (GA) (Mar 23)</a:t>
            </a:r>
            <a:r>
              <a:rPr sz="1500">
                <a:solidFill>
                  <a:srgbClr val="FFFFFF"/>
                </a:solidFill>
                <a:latin typeface="Segoe UI"/>
              </a:rPr>
              <a:t>
Priority lane for latency-sensitive inference with pay-as-you-go flexibility and predictable performance for interactive AI workloads.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Model Releases &amp; Catalog Expansion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  <a:hlinkClick r:id="rId2"/>
              </a:rPr>
              <a:t>GPT-5.4 + GPT-5.4 Pro (Mar 5)</a:t>
            </a:r>
            <a:r>
              <a:rPr sz="1500">
                <a:solidFill>
                  <a:srgbClr val="FFFFFF"/>
                </a:solidFill>
                <a:latin typeface="Segoe UI"/>
              </a:rPr>
              <a:t>
GA in Foundry with stronger instruction adherence, more dependable multi-step execution, and production-oriented reliability.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  <a:hlinkClick r:id="rId3"/>
              </a:rPr>
              <a:t>GPT-5.4 mini + GPT-5.4 nano (Mar 17)</a:t>
            </a:r>
            <a:r>
              <a:rPr sz="1500">
                <a:solidFill>
                  <a:srgbClr val="FFFFFF"/>
                </a:solidFill>
                <a:latin typeface="Segoe UI"/>
              </a:rPr>
              <a:t>
Lower-latency variants for high-throughput tasks including classification, extraction, routing, and lightweight agent loops.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  <a:hlinkClick r:id="rId4"/>
              </a:rPr>
              <a:t>Grok 4.2 (GA) (Mar 30)</a:t>
            </a:r>
            <a:r>
              <a:rPr sz="1500">
                <a:solidFill>
                  <a:srgbClr val="FFFFFF"/>
                </a:solidFill>
                <a:latin typeface="Segoe UI"/>
              </a:rPr>
              <a:t>
xAI's Grok 4.2 moved to GA in the Foundry model catalog.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Agent Platform &amp; SDKs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  <a:hlinkClick r:id="rId2"/>
              </a:rPr>
              <a:t>Foundry Agent Service is GA (Mar 16)</a:t>
            </a:r>
            <a:r>
              <a:rPr sz="1500">
                <a:solidFill>
                  <a:srgbClr val="FFFFFF"/>
                </a:solidFill>
                <a:latin typeface="Segoe UI"/>
              </a:rPr>
              <a:t>
Responses API-based runtime, private networking, expanded MCP authentication, and GA evaluations with continuous monitoring.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  <a:hlinkClick r:id="rId2"/>
              </a:rPr>
              <a:t>Hosted agents in additional regions</a:t>
            </a:r>
            <a:r>
              <a:rPr sz="1500">
                <a:solidFill>
                  <a:srgbClr val="FFFFFF"/>
                </a:solidFill>
                <a:latin typeface="Segoe UI"/>
              </a:rPr>
              <a:t>
Expansion includes East US, North Central US, Sweden Central, Southeast Asia, Japan East, and more.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  <a:hlinkClick r:id="rId3"/>
              </a:rPr>
              <a:t>SDK 2.0 stabilization across languages</a:t>
            </a:r>
            <a:r>
              <a:rPr sz="1500">
                <a:solidFill>
                  <a:srgbClr val="FFFFFF"/>
                </a:solidFill>
                <a:latin typeface="Segoe UI"/>
              </a:rPr>
              <a:t>
Python, JS/TS, and Java stable in March; .NET 2.0 GA on April 1. Unified AIProjectClient experience across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Open Model Ecosystem &amp;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  <a:hlinkClick r:id="rId2"/>
              </a:rPr>
              <a:t>Fireworks AI on Foundry (Public Preview) (Mar 11)</a:t>
            </a:r>
            <a:r>
              <a:rPr sz="1500">
                <a:solidFill>
                  <a:srgbClr val="FFFFFF"/>
                </a:solidFill>
                <a:latin typeface="Segoe UI"/>
              </a:rPr>
              <a:t>
Open model inference integration with support for DeepSeek V3.2, gpt-oss-120b, Kimi K2.5, and MiniMax M2.5 plus BYOW.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  <a:hlinkClick r:id="rId3"/>
              </a:rPr>
              <a:t>NVIDIA Nemotron models added (Mar 16)</a:t>
            </a:r>
            <a:r>
              <a:rPr sz="1500">
                <a:solidFill>
                  <a:srgbClr val="FFFFFF"/>
                </a:solidFill>
                <a:latin typeface="Segoe UI"/>
              </a:rPr>
              <a:t>
Catalog expansion announced at GTC, broadening open model choices in Foundry.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  <a:hlinkClick r:id="rId4"/>
              </a:rPr>
              <a:t>Foundry Local is GA (Apr 9)</a:t>
            </a:r>
            <a:r>
              <a:rPr sz="1500">
                <a:solidFill>
                  <a:srgbClr val="FFFFFF"/>
                </a:solidFill>
                <a:latin typeface="Segoe UI"/>
              </a:rPr>
              <a:t>
Cross-platform local AI runtime for Windows, Linux, and macOS with offline inference and no per-token cloud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Model Lifecycle Events (Mar 1 - Apr 14)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011680"/>
                <a:gridCol w="1828800"/>
                <a:gridCol w="39319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Model / Family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Event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Date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Notes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gpt-4o Standard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Auto-upgrade start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Mar 9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Upgrade target: gpt-5.1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gpt-4o-mini Standard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Auto-upgrade start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Mar 9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Upgrade target: gpt-4.1-mini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gpt-4o Standard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Retired (Standard)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Mar 31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Other deployment types moved to Oct 1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gpt-4o-mini Standard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Retired (Standard)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Mar 31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Other deployment types moved to Oct 1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gpt-4.1 / mini / nano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Deprecated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Apr 14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Retirement date: Oct 14, 2026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gpt-5-chat previews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Retirement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Apr 15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Upgrade path: gpt-5.3-chat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8C00"/>
                </a:solidFill>
                <a:latin typeface="Segoe UI"/>
                <a:hlinkClick r:id="rId2"/>
              </a:rPr>
              <a:t>Reference: learn.microsoft.com/en-us/azure/foundry/openai/concepts/model-retirements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Recommended Action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</a:rPr>
              <a:t>Confirm migration completion post-Mar 31</a:t>
            </a:r>
            <a:r>
              <a:rPr sz="1500">
                <a:solidFill>
                  <a:srgbClr val="FFFFFF"/>
                </a:solidFill>
                <a:latin typeface="Segoe UI"/>
              </a:rPr>
              <a:t>
Validate traffic and behavior after Standard gpt-4o / gpt-4o-mini retirement events.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</a:rPr>
              <a:t>Stop new gpt-4.1 family deployments</a:t>
            </a:r>
            <a:r>
              <a:rPr sz="1500">
                <a:solidFill>
                  <a:srgbClr val="FFFFFF"/>
                </a:solidFill>
                <a:latin typeface="Segoe UI"/>
              </a:rPr>
              <a:t>
As of Apr 14 deprecation, plan replacements on gpt-5 family alternatives.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</a:rPr>
              <a:t>Prepare for Apr 15 preview retirements</a:t>
            </a:r>
            <a:r>
              <a:rPr sz="1500">
                <a:solidFill>
                  <a:srgbClr val="FFFFFF"/>
                </a:solidFill>
                <a:latin typeface="Segoe UI"/>
              </a:rPr>
              <a:t>
Check any usage of gpt-5-chat previews and move to supported chat variants.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</a:rPr>
              <a:t>Plan o3 and o4-mini transitions</a:t>
            </a:r>
            <a:r>
              <a:rPr sz="1500">
                <a:solidFill>
                  <a:srgbClr val="FFFFFF"/>
                </a:solidFill>
                <a:latin typeface="Segoe UI"/>
              </a:rPr>
              <a:t>
Deprecation starts Apr 16, 2026. Build migration validation windows now.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</a:rPr>
              <a:t>Operationalize health alerts</a:t>
            </a:r>
            <a:r>
              <a:rPr sz="1500">
                <a:solidFill>
                  <a:srgbClr val="FFFFFF"/>
                </a:solidFill>
                <a:latin typeface="Segoe UI"/>
              </a:rPr>
              <a:t>
Use Azure Service Health advisories for upgrade, deprecation, and retirement notices.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Microsoft Foundry Momentum: Cloud to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78D4"/>
                </a:solidFill>
                <a:latin typeface="Segoe UI"/>
                <a:hlinkClick r:id="rId2"/>
              </a:rPr>
              <a:t>https://ai.azure.com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Segoe UI"/>
              </a:rPr>
              <a:t>Coverage period: Mar 1 - Apr 14,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